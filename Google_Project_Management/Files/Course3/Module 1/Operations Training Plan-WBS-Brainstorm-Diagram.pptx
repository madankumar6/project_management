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>
            <a:off x="4440813" y="1524887"/>
            <a:ext cx="0" cy="10791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" name="Google Shape;55;p13"/>
          <p:cNvCxnSpPr/>
          <p:nvPr/>
        </p:nvCxnSpPr>
        <p:spPr>
          <a:xfrm>
            <a:off x="6311650" y="2753237"/>
            <a:ext cx="2100" cy="1821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13"/>
          <p:cNvCxnSpPr/>
          <p:nvPr/>
        </p:nvCxnSpPr>
        <p:spPr>
          <a:xfrm>
            <a:off x="6311639" y="4574460"/>
            <a:ext cx="548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3"/>
          <p:cNvCxnSpPr/>
          <p:nvPr/>
        </p:nvCxnSpPr>
        <p:spPr>
          <a:xfrm>
            <a:off x="6313713" y="4015886"/>
            <a:ext cx="568500" cy="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3"/>
          <p:cNvCxnSpPr/>
          <p:nvPr/>
        </p:nvCxnSpPr>
        <p:spPr>
          <a:xfrm>
            <a:off x="6313963" y="3458210"/>
            <a:ext cx="548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13"/>
          <p:cNvCxnSpPr/>
          <p:nvPr/>
        </p:nvCxnSpPr>
        <p:spPr>
          <a:xfrm>
            <a:off x="3672713" y="2756112"/>
            <a:ext cx="2100" cy="1821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74726" y="4577335"/>
            <a:ext cx="548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13"/>
          <p:cNvCxnSpPr/>
          <p:nvPr/>
        </p:nvCxnSpPr>
        <p:spPr>
          <a:xfrm>
            <a:off x="3674776" y="4018761"/>
            <a:ext cx="568500" cy="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3"/>
          <p:cNvCxnSpPr/>
          <p:nvPr/>
        </p:nvCxnSpPr>
        <p:spPr>
          <a:xfrm>
            <a:off x="3675025" y="3461085"/>
            <a:ext cx="548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13"/>
          <p:cNvCxnSpPr/>
          <p:nvPr/>
        </p:nvCxnSpPr>
        <p:spPr>
          <a:xfrm>
            <a:off x="999614" y="4577335"/>
            <a:ext cx="548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13"/>
          <p:cNvCxnSpPr/>
          <p:nvPr/>
        </p:nvCxnSpPr>
        <p:spPr>
          <a:xfrm>
            <a:off x="989563" y="4018761"/>
            <a:ext cx="568500" cy="9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13"/>
          <p:cNvCxnSpPr/>
          <p:nvPr/>
        </p:nvCxnSpPr>
        <p:spPr>
          <a:xfrm>
            <a:off x="989813" y="3461085"/>
            <a:ext cx="5484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3"/>
          <p:cNvSpPr txBox="1"/>
          <p:nvPr/>
        </p:nvSpPr>
        <p:spPr>
          <a:xfrm>
            <a:off x="989575" y="1392200"/>
            <a:ext cx="7044900" cy="5646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dirty="0">
                <a:solidFill>
                  <a:srgbClr val="38761D"/>
                </a:solidFill>
              </a:rPr>
              <a:t>[</a:t>
            </a:r>
            <a:r>
              <a:rPr lang="en-IN" sz="24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Operations and Training</a:t>
            </a:r>
            <a:r>
              <a:rPr lang="en" sz="1700" b="1" dirty="0">
                <a:solidFill>
                  <a:srgbClr val="38761D"/>
                </a:solidFill>
              </a:rPr>
              <a:t>]</a:t>
            </a:r>
            <a:endParaRPr sz="1700" b="1" i="0" u="none" strike="noStrike" cap="none" dirty="0">
              <a:solidFill>
                <a:srgbClr val="38761D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558203" y="4378400"/>
            <a:ext cx="18630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3 – Monitor and improve training progress</a:t>
            </a:r>
            <a:endParaRPr sz="10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545903" y="3818500"/>
            <a:ext cx="18630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2 – Training for software tools</a:t>
            </a:r>
            <a:endParaRPr sz="10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533603" y="3248800"/>
            <a:ext cx="18630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1 – Develop training sessions</a:t>
            </a:r>
            <a:endParaRPr sz="10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908695" y="4381275"/>
            <a:ext cx="19554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3</a:t>
            </a:r>
            <a:r>
              <a:rPr lang="en" sz="1000" dirty="0">
                <a:solidFill>
                  <a:schemeClr val="dk1"/>
                </a:solidFill>
              </a:rPr>
              <a:t> – Verify internal safety protocols</a:t>
            </a:r>
            <a:endParaRPr sz="10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3895785" y="3821375"/>
            <a:ext cx="19554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2 – Install equipment</a:t>
            </a:r>
            <a:endParaRPr sz="10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882875" y="3251675"/>
            <a:ext cx="19554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1 – Setup Inventory Software</a:t>
            </a:r>
            <a:endParaRPr sz="10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57364" y="4381275"/>
            <a:ext cx="19437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3 – Hire Delivery Drivers</a:t>
            </a:r>
            <a:endParaRPr sz="10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244532" y="3821375"/>
            <a:ext cx="19437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2 – Estimate delivery fees</a:t>
            </a:r>
            <a:endParaRPr sz="10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231700" y="3251675"/>
            <a:ext cx="1943700" cy="39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 dirty="0">
                <a:solidFill>
                  <a:schemeClr val="dk1"/>
                </a:solidFill>
              </a:rPr>
              <a:t>Task 1 – Collect source materials</a:t>
            </a:r>
            <a:endParaRPr sz="100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76" name="Google Shape;76;p13" descr="Fictional Company Logo&#10;" title="Office Green Company Logo"/>
          <p:cNvPicPr preferRelativeResize="0"/>
          <p:nvPr/>
        </p:nvPicPr>
        <p:blipFill rotWithShape="1">
          <a:blip r:embed="rId3">
            <a:alphaModFix/>
          </a:blip>
          <a:srcRect l="3910"/>
          <a:stretch/>
        </p:blipFill>
        <p:spPr>
          <a:xfrm>
            <a:off x="3722425" y="211400"/>
            <a:ext cx="1399540" cy="10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/>
          <p:nvPr/>
        </p:nvSpPr>
        <p:spPr>
          <a:xfrm>
            <a:off x="-24700" y="13175"/>
            <a:ext cx="9144000" cy="870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13"/>
          <p:cNvCxnSpPr/>
          <p:nvPr/>
        </p:nvCxnSpPr>
        <p:spPr>
          <a:xfrm>
            <a:off x="1011275" y="2756112"/>
            <a:ext cx="2100" cy="1821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13"/>
          <p:cNvSpPr/>
          <p:nvPr/>
        </p:nvSpPr>
        <p:spPr>
          <a:xfrm rot="-5400000">
            <a:off x="4246700" y="-395450"/>
            <a:ext cx="351000" cy="5487300"/>
          </a:xfrm>
          <a:prstGeom prst="rightBracket">
            <a:avLst>
              <a:gd name="adj" fmla="val 8333"/>
            </a:avLst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6311638" y="2364027"/>
            <a:ext cx="1722900" cy="578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FFFFFF"/>
                </a:solidFill>
              </a:rPr>
              <a:t>Milestone 3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b="1" dirty="0">
                <a:solidFill>
                  <a:srgbClr val="FFFFFF"/>
                </a:solidFill>
              </a:rPr>
              <a:t>Launch Training Program</a:t>
            </a:r>
            <a:endParaRPr sz="1100" b="1" i="0" u="none" strike="noStrike" cap="none" dirty="0">
              <a:solidFill>
                <a:srgbClr val="FFFFFF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667888" y="2364027"/>
            <a:ext cx="1712400" cy="614946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FFFFFF"/>
                </a:solidFill>
              </a:rPr>
              <a:t>Milestone 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b="1" dirty="0">
                <a:solidFill>
                  <a:srgbClr val="FFFFFF"/>
                </a:solidFill>
              </a:rPr>
              <a:t>Software &amp; Equipment installation</a:t>
            </a:r>
            <a:endParaRPr sz="1100" b="1" i="0" u="none" strike="noStrike" cap="none" dirty="0">
              <a:solidFill>
                <a:srgbClr val="FFFFFF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989563" y="2364025"/>
            <a:ext cx="1582500" cy="578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b="1" i="0" u="none" strike="noStrike" cap="none" dirty="0">
                <a:solidFill>
                  <a:srgbClr val="FFFFFF"/>
                </a:solidFill>
              </a:rPr>
              <a:t>Milestone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b="1" dirty="0">
                <a:solidFill>
                  <a:srgbClr val="FFFFFF"/>
                </a:solidFill>
              </a:rPr>
              <a:t>Delivery and Logistics Plan</a:t>
            </a:r>
            <a:endParaRPr sz="1100" b="1" i="0" u="none" strike="noStrike" cap="none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</Words>
  <Application>Microsoft Office PowerPoint</Application>
  <PresentationFormat>On-screen Show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Source Sans Pro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Veneskey</dc:creator>
  <cp:lastModifiedBy>Madankumar Angusamy</cp:lastModifiedBy>
  <cp:revision>3</cp:revision>
  <dcterms:modified xsi:type="dcterms:W3CDTF">2025-05-25T09:25:57Z</dcterms:modified>
</cp:coreProperties>
</file>